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Hook: security teams make thousands of small routing calls a day. The question isn't 'can an LLM do it' — it's whether you need one, and how you'd even tell. We'll route 30 real-shaped alerts and measure the thing that actually bites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task. Three teams plus a review lane. The six no-context alerts are the crux of the whole talk — hold that thought.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Rules is the floor. JEV and Gemini are the controlled comparison — hold deployment constant, vary only decision-native vs generative.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Accuracy is necessary but not sufficient. The missed-escalation rate is the one people forget to look 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gut-punch. Both models confidently route the un-routable alerts. Accuracy hid it; missed escalations exposed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failure isn't hallucination or bad formatting — it's a well-formed, high-confidence answer to a question with no right answer. The calibration was fine; the option set was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design change. JEV 80-&gt;93, Gemini 87-&gt;100. The lever is the option set, not model size. Clear-cut alerts stay correct.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ambiguous alerts are exactly where you'd want a human. JEV's calibrated confidence sat just over the gate; Gemini's self-estimate dipped and escalated.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land near-perfect on accuracy. The robust, large-magnitude differences are latency and cost. That's what decides it at scale.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terminal replay here. Show nst.flow (the trap-&gt;fix story), then generate a custom mix and route it. Everything offline.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reusable pattern, not the specific tools. Someone should leave able to run this eval on their own queue.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 repo link real before presenting (it's private now — decide if/when to make public). Invite questions; the honest caveats (synthetic, n=30, accuracy gap is one alert) are good Q&amp;A fodder.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FD3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nst $ route --help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1168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Small Talk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2918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6EA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your security queue need an LLM?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1148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3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the same alerts through rules, a decision model, and a generative LLM — and measuring what accuracy hides.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669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93A2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BSIDES NYC  //  AI VILLAGE  //  DEMO LAB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035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Sanjana Mishra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queue is full of bounded decisions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55778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alert has to go somewhere. Most of the time it's a pick from a short list:</a:t>
            </a:r>
            <a:endParaRPr lang="en-US" sz="1700" dirty="0"/>
          </a:p>
          <a:p>
            <a:pPr indent="0" marL="0">
              <a:buNone/>
            </a:pPr>
            <a:r>
              <a:rPr lang="en-US" sz="1700" i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team owns this?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6583680" y="1645920"/>
            <a:ext cx="2011680" cy="457200"/>
          </a:xfrm>
          <a:prstGeom prst="roundRect">
            <a:avLst>
              <a:gd name="adj" fmla="val 20000"/>
            </a:avLst>
          </a:prstGeom>
          <a:solidFill>
            <a:srgbClr val="16213A"/>
          </a:solidFill>
          <a:ln w="12700">
            <a:solidFill>
              <a:srgbClr val="6EA0F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EA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SOC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778240" y="1645920"/>
            <a:ext cx="2011680" cy="457200"/>
          </a:xfrm>
          <a:prstGeom prst="roundRect">
            <a:avLst>
              <a:gd name="adj" fmla="val 20000"/>
            </a:avLst>
          </a:prstGeom>
          <a:solidFill>
            <a:srgbClr val="16213A"/>
          </a:solidFill>
          <a:ln w="12700">
            <a:solidFill>
              <a:srgbClr val="4FD39B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FD3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Cloud Security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583680" y="2286000"/>
            <a:ext cx="2011680" cy="457200"/>
          </a:xfrm>
          <a:prstGeom prst="roundRect">
            <a:avLst>
              <a:gd name="adj" fmla="val 20000"/>
            </a:avLst>
          </a:prstGeom>
          <a:solidFill>
            <a:srgbClr val="16213A"/>
          </a:solidFill>
          <a:ln w="12700">
            <a:solidFill>
              <a:srgbClr val="E6B45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B4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ProdSec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778240" y="2286000"/>
            <a:ext cx="2011680" cy="457200"/>
          </a:xfrm>
          <a:prstGeom prst="roundRect">
            <a:avLst>
              <a:gd name="adj" fmla="val 20000"/>
            </a:avLst>
          </a:prstGeom>
          <a:solidFill>
            <a:srgbClr val="16213A"/>
          </a:solidFill>
          <a:ln w="12700">
            <a:solidFill>
              <a:srgbClr val="93A2BD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3A2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human review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5661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synthetic alerts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114800"/>
            <a:ext cx="109728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have a clear owning team.</a:t>
            </a:r>
            <a:endParaRPr lang="en-US" sz="1600" dirty="0"/>
          </a:p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genuinely lack the context to route — truncated logs, null fields, “something looks off” tickets. The right answer is escalate to a human.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Small Talk  ·  BSides NYC AI Village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2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to make the call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3566160" cy="3108960"/>
          </a:xfrm>
          <a:prstGeom prst="roundRect">
            <a:avLst>
              <a:gd name="adj" fmla="val 2353"/>
            </a:avLst>
          </a:prstGeom>
          <a:solidFill>
            <a:srgbClr val="16213A"/>
          </a:solidFill>
          <a:ln w="12700">
            <a:solidFill>
              <a:srgbClr val="26324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22960" y="196596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3A2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rules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6517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→ team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200400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3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Deterministic, free, transparent. Brittle, and blind to what it can't match.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89120" y="1645920"/>
            <a:ext cx="3566160" cy="3108960"/>
          </a:xfrm>
          <a:prstGeom prst="roundRect">
            <a:avLst>
              <a:gd name="adj" fmla="val 2353"/>
            </a:avLst>
          </a:prstGeom>
          <a:solidFill>
            <a:srgbClr val="16213A"/>
          </a:solidFill>
          <a:ln w="12700">
            <a:solidFill>
              <a:srgbClr val="26324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663440" y="196596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FD3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JEV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4663440" y="26517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Decision-native model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663440" y="3200400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3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Picks from the options and returns a calibrated probability. Hosted.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229600" y="1645920"/>
            <a:ext cx="3566160" cy="3108960"/>
          </a:xfrm>
          <a:prstGeom prst="roundRect">
            <a:avLst>
              <a:gd name="adj" fmla="val 2353"/>
            </a:avLst>
          </a:prstGeom>
          <a:solidFill>
            <a:srgbClr val="16213A"/>
          </a:solidFill>
          <a:ln w="12700">
            <a:solidFill>
              <a:srgbClr val="26324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503920" y="196596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6EA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8503920" y="26517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LLM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503920" y="3200400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3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Prompted for the same options; returns a schema-valid answer + a self-reported confidence. Hosted.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0292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6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JEV vs Gemini is the apples-to-apples pair — both hosted, same interface, same alert, same options. The only thing that differs is the paradigm.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Small Talk  ·  BSides NYC AI Village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2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what accuracy hides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94360" y="1719072"/>
            <a:ext cx="256032" cy="256032"/>
          </a:xfrm>
          <a:prstGeom prst="chord">
            <a:avLst/>
          </a:prstGeom>
          <a:solidFill>
            <a:srgbClr val="FF6B7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51560" y="1645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Misroutes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16459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3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 to the wrong team — the expensive error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94360" y="2587752"/>
            <a:ext cx="256032" cy="256032"/>
          </a:xfrm>
          <a:prstGeom prst="chord">
            <a:avLst/>
          </a:prstGeom>
          <a:solidFill>
            <a:srgbClr val="E6B45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51560" y="25146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escalations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25146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3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auto-routed when it should have asked a human — the dangerous one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94360" y="3456432"/>
            <a:ext cx="256032" cy="256032"/>
          </a:xfrm>
          <a:prstGeom prst="chord">
            <a:avLst/>
          </a:prstGeom>
          <a:solidFill>
            <a:srgbClr val="6EA0F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" y="33832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load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206240" y="3383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3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human work the system creates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94360" y="4325112"/>
            <a:ext cx="256032" cy="256032"/>
          </a:xfrm>
          <a:prstGeom prst="chord">
            <a:avLst/>
          </a:prstGeom>
          <a:solidFill>
            <a:srgbClr val="4FD39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51560" y="4251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&amp; cost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206240" y="4251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3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takes to run at real queue volume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3949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router can score 100% on accuracy and still be unsafe. These are the numbers that tell you.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Small Talk  ·  BSides NYC AI Village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2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trap: a forced choice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each system only the three teams — no way to say “I can't route this.” Accuracy looks fine. Then look at the six no-context alerts: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48640" y="2651760"/>
            <a:ext cx="5212080" cy="2377440"/>
          </a:xfrm>
          <a:prstGeom prst="roundRect">
            <a:avLst>
              <a:gd name="adj" fmla="val 3077"/>
            </a:avLst>
          </a:prstGeom>
          <a:solidFill>
            <a:srgbClr val="16213A"/>
          </a:solidFill>
          <a:ln w="12700">
            <a:solidFill>
              <a:srgbClr val="26324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2834640"/>
            <a:ext cx="4663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6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97764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EF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JEV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38912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3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no-context alerts silently sent to a team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0" y="2651760"/>
            <a:ext cx="5212080" cy="2377440"/>
          </a:xfrm>
          <a:prstGeom prst="roundRect">
            <a:avLst>
              <a:gd name="adj" fmla="val 3077"/>
            </a:avLst>
          </a:prstGeom>
          <a:solidFill>
            <a:srgbClr val="16213A"/>
          </a:solidFill>
          <a:ln w="12700">
            <a:solidFill>
              <a:srgbClr val="26324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675120" y="2834640"/>
            <a:ext cx="4663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6</a:t>
            </a:r>
            <a:endParaRPr lang="en-US" sz="7200" dirty="0"/>
          </a:p>
        </p:txBody>
      </p:sp>
      <p:sp>
        <p:nvSpPr>
          <p:cNvPr id="10" name="Text 8"/>
          <p:cNvSpPr txBox="1"/>
          <p:nvPr/>
        </p:nvSpPr>
        <p:spPr>
          <a:xfrm>
            <a:off x="6675120" y="397764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EF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675120" y="438912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3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no-context alerts silently sent to a team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3035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Misroute rate: 0%. It looked perfect — while mishandling every alert that had no answer.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Small Talk  ·  BSides NYC AI Village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2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10698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valid, confident answer</a:t>
            </a:r>
            <a:endParaRPr lang="en-US" sz="46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the wrong question.</a:t>
            </a:r>
            <a:endParaRPr lang="en-US" sz="4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429768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93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model's confidence means “of these options, this one” — not “this is the right call.” We never gave it the option to say the alert had no home.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Small Talk  ·  BSides NYC AI Village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2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 is one option, not a bigger model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3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an explicit “review” option and re-run. Nothing else changes.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2926080" y="19659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FD3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JEV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309360" y="19659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EA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92354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691640"/>
                <a:gridCol w="1691640"/>
                <a:gridCol w="1691640"/>
                <a:gridCol w="169164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6324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6324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6324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6324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EFF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forced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6324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6324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6324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6324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EFF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review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6324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6324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6324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6324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EFF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forced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6324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6324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6324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6324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EFF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review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6324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6324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6324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6324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A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EAEF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6324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6324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6324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6324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FF6B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6324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6324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6324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6324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4FD3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6324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6324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6324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6324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FF6B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6324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6324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6324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6324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4FD3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6324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6324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6324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6324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EAEF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Missed escalations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6324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6324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6324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6324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FF6B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/ 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6324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6324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6324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6324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4FD3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/ 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6324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6324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6324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6324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FF6B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/ 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6324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6324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6324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6324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4FD3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6324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6324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6324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6324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A2E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50292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6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review option lifts every learned system — and the clear alerts pay nothing.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Small Talk  ·  BSides NYC AI Village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2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two paradigms split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disagree on exactly the alerts that are genuinely ambiguous (r3, r4):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5394960" cy="2377440"/>
          </a:xfrm>
          <a:prstGeom prst="roundRect">
            <a:avLst>
              <a:gd name="adj" fmla="val 3077"/>
            </a:avLst>
          </a:prstGeom>
          <a:solidFill>
            <a:srgbClr val="16213A"/>
          </a:solidFill>
          <a:ln w="12700">
            <a:solidFill>
              <a:srgbClr val="26324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FD3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JEV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834640"/>
            <a:ext cx="48463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 them to SOC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93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~0.62 — just over the line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93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over the options it was given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17920" y="2103120"/>
            <a:ext cx="5394960" cy="2377440"/>
          </a:xfrm>
          <a:prstGeom prst="roundRect">
            <a:avLst>
              <a:gd name="adj" fmla="val 3077"/>
            </a:avLst>
          </a:prstGeom>
          <a:solidFill>
            <a:srgbClr val="16213A"/>
          </a:solidFill>
          <a:ln w="12700">
            <a:solidFill>
              <a:srgbClr val="26324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92240" y="22860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EA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2834640"/>
            <a:ext cx="48463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escalates both to review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93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self-reported confidence wavered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93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here, wavering was the right instinct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8463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6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probability vs. a self-estimate. Neither is strictly better — but you need to know which one your gate is trusting.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Small Talk  ·  BSides NYC AI Village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2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accuracy, opposite profiles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5212080" cy="2651760"/>
          </a:xfrm>
          <a:prstGeom prst="roundRect">
            <a:avLst>
              <a:gd name="adj" fmla="val 2759"/>
            </a:avLst>
          </a:prstGeom>
          <a:solidFill>
            <a:srgbClr val="16213A"/>
          </a:solidFill>
          <a:ln w="12700">
            <a:solidFill>
              <a:srgbClr val="26324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22960" y="2148840"/>
            <a:ext cx="4663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4FD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~14×</a:t>
            </a:r>
            <a:endParaRPr lang="en-US" sz="6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33756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79476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3A2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JEV ~0.2s  vs  Gemini ~2.9s per alert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0" y="1920240"/>
            <a:ext cx="5212080" cy="2651760"/>
          </a:xfrm>
          <a:prstGeom prst="roundRect">
            <a:avLst>
              <a:gd name="adj" fmla="val 2759"/>
            </a:avLst>
          </a:prstGeom>
          <a:solidFill>
            <a:srgbClr val="16213A"/>
          </a:solidFill>
          <a:ln w="12700">
            <a:solidFill>
              <a:srgbClr val="26324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675120" y="2148840"/>
            <a:ext cx="4663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4FD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~9×</a:t>
            </a:r>
            <a:endParaRPr lang="en-US" sz="6600" dirty="0"/>
          </a:p>
        </p:txBody>
      </p:sp>
      <p:sp>
        <p:nvSpPr>
          <p:cNvPr id="9" name="Text 7"/>
          <p:cNvSpPr txBox="1"/>
          <p:nvPr/>
        </p:nvSpPr>
        <p:spPr>
          <a:xfrm>
            <a:off x="6675120" y="333756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cheaper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675120" y="379476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3A2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approx., per alert — verify current pricing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9377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 model is conservative, fast, and cheap. The LLM is a touch more willing to escalate. At real triage volume, speed and cost are the whole ballgame.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Small Talk  ·  BSides NYC AI Village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2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11064240" cy="3931920"/>
          </a:xfrm>
          <a:prstGeom prst="roundRect">
            <a:avLst>
              <a:gd name="adj" fmla="val 1860"/>
            </a:avLst>
          </a:prstGeom>
          <a:solidFill>
            <a:srgbClr val="16213A"/>
          </a:solidFill>
          <a:ln w="12700">
            <a:solidFill>
              <a:srgbClr val="26324B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914400" y="19202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FD3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nst ~/no-small-talk $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37744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EAEF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nst.flow</a:t>
            </a:r>
            <a:endParaRPr lang="en-US" sz="17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400" dirty="0">
                <a:solidFill>
                  <a:srgbClr val="93A2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forced vs. review option, all three systems — offline, no keys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rgbClr val="EAEF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nst.generate --mix soc=6,cloud=6,prodsec=6,review=4</a:t>
            </a:r>
            <a:endParaRPr lang="en-US" sz="17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EAEF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nst.run --alerts data/mine.json ...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93A2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 a mix like your own queue and route it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7607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6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any laptop, offline. Clone it and route your own alerts.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Small Talk  ·  BSides NYC AI Village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2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take home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FD3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16459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the right failures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205740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3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Misroutes and missed escalations, not just accuracy. Accuracy hides the dangerous errors.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FD3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27889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Right-size the option set first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320040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3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“the model is wrong” problems are really “the options were wrong.” Fix that before reaching for a bigger model.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FD3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39319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paradigm to the job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434340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3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bounded decision wants a decision model — fast, cheap, calibrated. Keep the generative model for the open-ended work.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074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FD3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50749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a human lane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548640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3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the escalation path explicitly; don't let confidence on the wrong question stand in for it.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Small Talk  ·  BSides NYC AI Village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2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2860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AE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it. Route your own alerts.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3832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3A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source, MIT. Runs offline — no keys needed. Bring your own teams and alerts.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5720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FD3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github.com/&lt;your-handle&gt;/no-small-talk   ·   @your-handle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3035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EA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— questions?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 Small Talk</dc:title>
  <dc:subject>PptxGenJS Presentation</dc:subject>
  <dc:creator>Sanjana Mishra</dc:creator>
  <cp:lastModifiedBy>Sanjana Mishra</cp:lastModifiedBy>
  <cp:revision>1</cp:revision>
  <dcterms:created xsi:type="dcterms:W3CDTF">2026-10-16T10:47:56Z</dcterms:created>
  <dcterms:modified xsi:type="dcterms:W3CDTF">2026-10-16T10:47:56Z</dcterms:modified>
</cp:coreProperties>
</file>