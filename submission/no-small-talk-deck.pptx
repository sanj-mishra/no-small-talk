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Open. We make thousands of small routing calls a day in a SOC. The question isn't 'can an LLM do it' but whether you need one and how you'd tell.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 your real role. Lead with the JEV explainer — it earns credibility for the decision-model material without being a pitch.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task as routing to one of three teams, with a review lane. The six no-context alerts (coming up) are the crux.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Gemini here as the generative option. Plant the three costs — especially 'confidently wrong' — which the demo will make concrete.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category, not a product yet. Key contrast: free text you must parse vs a bounded pick with calibrated confidence.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authored angle. Keep it as 'one example of the category', not the hero — the honest comparison comes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pivot from 'here's JEV' to 'here's how to judge it honestly'. Introduce the metrics before the demo so the findings have a runway.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terminal replay. Narrate the trap -&gt; fix -&gt; split. Then come back to the next slides to lock in what we saw.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gut-punch, restated after they've seen it live. Accuracy hid it; missed escalations exposed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design change: JEV 80-&gt;93, Gemini 87-&gt;100. The lever is the option set. Clear-cut alerts stay correct.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honest landing: both tie on accuracy; Gemini even edged it by catching the ambiguous ones. JEV's win is speed + cost. Not a winner — a trade-off.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hands-on. On a shared laptop this is shown via the replay; the repo is the take-home so they can run it 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Takeaways are the reusable pattern. Make the repo link real before presenting; decide public + rotate keys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85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E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nst $ route --help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Small Talk</a:t>
            </a:r>
            <a:endParaRPr lang="en-US" sz="6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383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7F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your security queue need an LLM?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the same alerts through rules, a decision model, and a generative LLM — and measuring what accuracy hides.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715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6D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BSIDES NYC  //  AI VILLAGE  //  DEMO LAB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080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Sanjana Mishra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whoami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E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whoami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10515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Sanjana Mishra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your role / team ]</a:t>
            </a:r>
            <a:endParaRPr lang="en-US" sz="2400" dirty="0"/>
          </a:p>
          <a:p>
            <a:pPr indent="0" marL="0">
              <a:buNone/>
            </a:pPr>
            <a:r>
              <a:rPr lang="en-US" sz="1700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wrote the explainer on JEV, the decision-native “System One” model — and I build/evaluate ML for security operations.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9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SMALL TALK  ·  BSIDES NYC AI VILLAGE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9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operations today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noise, triage is mostly a bounded decision made over and over: which team owns this alert — or does it need a human first?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3154680"/>
            <a:ext cx="2286000" cy="822960"/>
          </a:xfrm>
          <a:prstGeom prst="roundRect">
            <a:avLst>
              <a:gd name="adj" fmla="val 7778"/>
            </a:avLst>
          </a:prstGeom>
          <a:solidFill>
            <a:srgbClr val="17223A"/>
          </a:solidFill>
          <a:ln w="15875">
            <a:solidFill>
              <a:srgbClr val="7FB0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3154680"/>
            <a:ext cx="2066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queue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063240" y="3566160"/>
            <a:ext cx="685800" cy="0"/>
          </a:xfrm>
          <a:prstGeom prst="line">
            <a:avLst/>
          </a:prstGeom>
          <a:noFill/>
          <a:ln w="31750">
            <a:solidFill>
              <a:srgbClr val="C6D2E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886200" y="3063240"/>
            <a:ext cx="2926080" cy="1005840"/>
          </a:xfrm>
          <a:prstGeom prst="roundRect">
            <a:avLst>
              <a:gd name="adj" fmla="val 6364"/>
            </a:avLst>
          </a:prstGeom>
          <a:solidFill>
            <a:srgbClr val="17223A"/>
          </a:solidFill>
          <a:ln w="15875">
            <a:solidFill>
              <a:srgbClr val="F0C06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995928" y="3063240"/>
            <a:ext cx="27066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Triage: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team owns this?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49440" y="3566160"/>
            <a:ext cx="685800" cy="0"/>
          </a:xfrm>
          <a:prstGeom prst="line">
            <a:avLst/>
          </a:prstGeom>
          <a:noFill/>
          <a:ln w="31750">
            <a:solidFill>
              <a:srgbClr val="C6D2E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818120" y="1965960"/>
            <a:ext cx="3566160" cy="713232"/>
          </a:xfrm>
          <a:prstGeom prst="roundRect">
            <a:avLst>
              <a:gd name="adj" fmla="val 8974"/>
            </a:avLst>
          </a:prstGeom>
          <a:solidFill>
            <a:srgbClr val="17223A"/>
          </a:solidFill>
          <a:ln w="15875">
            <a:solidFill>
              <a:srgbClr val="7FB0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27848" y="1965960"/>
            <a:ext cx="33467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FB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818120" y="2834640"/>
            <a:ext cx="3566160" cy="713232"/>
          </a:xfrm>
          <a:prstGeom prst="roundRect">
            <a:avLst>
              <a:gd name="adj" fmla="val 8974"/>
            </a:avLst>
          </a:prstGeom>
          <a:solidFill>
            <a:srgbClr val="17223A"/>
          </a:solidFill>
          <a:ln w="15875">
            <a:solidFill>
              <a:srgbClr val="5FE0A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927848" y="2834640"/>
            <a:ext cx="33467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FE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 Security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818120" y="3703320"/>
            <a:ext cx="3566160" cy="713232"/>
          </a:xfrm>
          <a:prstGeom prst="roundRect">
            <a:avLst>
              <a:gd name="adj" fmla="val 8974"/>
            </a:avLst>
          </a:prstGeom>
          <a:solidFill>
            <a:srgbClr val="17223A"/>
          </a:solidFill>
          <a:ln w="15875">
            <a:solidFill>
              <a:srgbClr val="F0C06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927848" y="3703320"/>
            <a:ext cx="33467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C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ProdSec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818120" y="4572000"/>
            <a:ext cx="3566160" cy="713232"/>
          </a:xfrm>
          <a:prstGeom prst="roundRect">
            <a:avLst>
              <a:gd name="adj" fmla="val 8974"/>
            </a:avLst>
          </a:prstGeom>
          <a:solidFill>
            <a:srgbClr val="17223A"/>
          </a:solidFill>
          <a:ln w="15875">
            <a:solidFill>
              <a:srgbClr val="C6D2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27848" y="4572000"/>
            <a:ext cx="33467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6D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human review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9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SMALL TALK  ·  BSIDES NYC AI VILLAGE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247120" y="6419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9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reflex: throw an LLM at it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you reach for a generative LLM — Gemini, say — to read the alert and pick the team. It works. But for a high-volume bounded decision it brings baggage: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395728"/>
            <a:ext cx="237744" cy="237744"/>
          </a:xfrm>
          <a:prstGeom prst="chord">
            <a:avLst/>
          </a:prstGeom>
          <a:solidFill>
            <a:srgbClr val="F0C0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23317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23317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 per call — it adds up across a queue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310128"/>
            <a:ext cx="237744" cy="237744"/>
          </a:xfrm>
          <a:prstGeom prst="chord">
            <a:avLst/>
          </a:prstGeom>
          <a:solidFill>
            <a:srgbClr val="F0C06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3246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931920" y="32461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pay per token, on every alert, forever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4224528"/>
            <a:ext cx="237744" cy="237744"/>
          </a:xfrm>
          <a:prstGeom prst="chord">
            <a:avLst/>
          </a:prstGeom>
          <a:solidFill>
            <a:srgbClr val="FF808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41605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Confidently wrong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41605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perfectly valid answer can still be the wrong team — with no signal it's unsure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2578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7F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model that writes paragraphs really the right tool to pick one of four options?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9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SMALL TALK  ·  BSIDES NYC AI VILLAGE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247120" y="6419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9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One models: built to decide, not write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class of model: instead of generating text, it picks from a fixed set of options and returns a calibrated probability on each.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5212080" cy="3108960"/>
          </a:xfrm>
          <a:prstGeom prst="roundRect">
            <a:avLst>
              <a:gd name="adj" fmla="val 1765"/>
            </a:avLst>
          </a:prstGeom>
          <a:solidFill>
            <a:srgbClr val="17223A"/>
          </a:solidFill>
          <a:ln w="12700">
            <a:solidFill>
              <a:srgbClr val="33415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4231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F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LLM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3063240"/>
            <a:ext cx="4663440" cy="640080"/>
          </a:xfrm>
          <a:prstGeom prst="roundRect">
            <a:avLst>
              <a:gd name="adj" fmla="val 10000"/>
            </a:avLst>
          </a:prstGeom>
          <a:solidFill>
            <a:srgbClr val="17223A"/>
          </a:solidFill>
          <a:ln w="15875">
            <a:solidFill>
              <a:srgbClr val="33415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24128" y="3063240"/>
            <a:ext cx="4443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46120" y="3794760"/>
            <a:ext cx="0" cy="320040"/>
          </a:xfrm>
          <a:prstGeom prst="line">
            <a:avLst/>
          </a:prstGeom>
          <a:noFill/>
          <a:ln w="31750">
            <a:solidFill>
              <a:srgbClr val="C6D2E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14400" y="4160520"/>
            <a:ext cx="4663440" cy="640080"/>
          </a:xfrm>
          <a:prstGeom prst="roundRect">
            <a:avLst>
              <a:gd name="adj" fmla="val 10000"/>
            </a:avLst>
          </a:prstGeom>
          <a:solidFill>
            <a:srgbClr val="17223A"/>
          </a:solidFill>
          <a:ln w="15875">
            <a:solidFill>
              <a:srgbClr val="7FB0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24128" y="4160520"/>
            <a:ext cx="4443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B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free-form text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8463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parse it, hope it's valid, no honest confidence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2194560"/>
            <a:ext cx="5212080" cy="3108960"/>
          </a:xfrm>
          <a:prstGeom prst="roundRect">
            <a:avLst>
              <a:gd name="adj" fmla="val 1765"/>
            </a:avLst>
          </a:prstGeom>
          <a:solidFill>
            <a:srgbClr val="17223A"/>
          </a:solidFill>
          <a:ln w="12700">
            <a:solidFill>
              <a:srgbClr val="33415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583680" y="24231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FE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Decision-native (System One)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583680" y="3063240"/>
            <a:ext cx="4663440" cy="640080"/>
          </a:xfrm>
          <a:prstGeom prst="roundRect">
            <a:avLst>
              <a:gd name="adj" fmla="val 10000"/>
            </a:avLst>
          </a:prstGeom>
          <a:solidFill>
            <a:srgbClr val="17223A"/>
          </a:solidFill>
          <a:ln w="15875">
            <a:solidFill>
              <a:srgbClr val="33415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93408" y="3063240"/>
            <a:ext cx="4443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915400" y="3794760"/>
            <a:ext cx="0" cy="320040"/>
          </a:xfrm>
          <a:prstGeom prst="line">
            <a:avLst/>
          </a:prstGeom>
          <a:noFill/>
          <a:ln w="31750">
            <a:solidFill>
              <a:srgbClr val="5FE0A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583680" y="4160520"/>
            <a:ext cx="4663440" cy="640080"/>
          </a:xfrm>
          <a:prstGeom prst="roundRect">
            <a:avLst>
              <a:gd name="adj" fmla="val 10000"/>
            </a:avLst>
          </a:prstGeom>
          <a:solidFill>
            <a:srgbClr val="17223A"/>
          </a:solidFill>
          <a:ln w="15875">
            <a:solidFill>
              <a:srgbClr val="5FE0A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93408" y="4160520"/>
            <a:ext cx="4443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E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pick 1 of N  +  confidence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48463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type-safe, can't go off-menu, calibrated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9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SMALL TALK  ·  BSIDES NYC AI VILLAGE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47120" y="6419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9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JEV, specifically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JEV (TypeSafe) is one example of the category. You hand it the alert and the options; it returns the chosen team and a probability for each.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10881360" cy="2286000"/>
          </a:xfrm>
          <a:prstGeom prst="roundRect">
            <a:avLst>
              <a:gd name="adj" fmla="val 2400"/>
            </a:avLst>
          </a:prstGeom>
          <a:solidFill>
            <a:srgbClr val="17223A"/>
          </a:solidFill>
          <a:ln w="12700">
            <a:solidFill>
              <a:srgbClr val="33415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4688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6D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  +  { SOC, Cloud, ProdSec, review }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0175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FE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ProdSec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E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prodsec 0.99   </a:t>
            </a:r>
            <a:pPr indent="0" marL="0">
              <a:buNone/>
            </a:pPr>
            <a:r>
              <a:rPr lang="en-US" sz="1500" dirty="0">
                <a:solidFill>
                  <a:srgbClr val="C6D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 0.01   soc 0.00   review 0.00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754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0C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hallucinate a team that isn't on the list. ~0.2s per call. The confidence is a real distribution, not a vibe.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9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SMALL TALK  ·  BSIDES NYC AI VILLAGE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47120" y="6419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9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does it actually help your queue?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deployment constant, vary the paradigm. Same 30 synthetic alerts through three systems — and measure the right things.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971800"/>
            <a:ext cx="2103120" cy="914400"/>
          </a:xfrm>
          <a:prstGeom prst="roundRect">
            <a:avLst>
              <a:gd name="adj" fmla="val 7000"/>
            </a:avLst>
          </a:prstGeom>
          <a:solidFill>
            <a:srgbClr val="17223A"/>
          </a:solidFill>
          <a:ln w="15875">
            <a:solidFill>
              <a:srgbClr val="7FB0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2971800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alerts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834640" y="2514600"/>
            <a:ext cx="640080" cy="0"/>
          </a:xfrm>
          <a:prstGeom prst="line">
            <a:avLst/>
          </a:prstGeom>
          <a:noFill/>
          <a:ln w="31750">
            <a:solidFill>
              <a:srgbClr val="C6D2E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566160" y="2194560"/>
            <a:ext cx="2377440" cy="658368"/>
          </a:xfrm>
          <a:prstGeom prst="roundRect">
            <a:avLst>
              <a:gd name="adj" fmla="val 9722"/>
            </a:avLst>
          </a:prstGeom>
          <a:solidFill>
            <a:srgbClr val="17223A"/>
          </a:solidFill>
          <a:ln w="15875">
            <a:solidFill>
              <a:srgbClr val="C6D2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75888" y="2194560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6D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834640" y="3383280"/>
            <a:ext cx="640080" cy="0"/>
          </a:xfrm>
          <a:prstGeom prst="line">
            <a:avLst/>
          </a:prstGeom>
          <a:noFill/>
          <a:ln w="31750">
            <a:solidFill>
              <a:srgbClr val="C6D2E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566160" y="3063240"/>
            <a:ext cx="2377440" cy="658368"/>
          </a:xfrm>
          <a:prstGeom prst="roundRect">
            <a:avLst>
              <a:gd name="adj" fmla="val 9722"/>
            </a:avLst>
          </a:prstGeom>
          <a:solidFill>
            <a:srgbClr val="17223A"/>
          </a:solidFill>
          <a:ln w="15875">
            <a:solidFill>
              <a:srgbClr val="5FE0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75888" y="3063240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FE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JEV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834640" y="4251960"/>
            <a:ext cx="640080" cy="0"/>
          </a:xfrm>
          <a:prstGeom prst="line">
            <a:avLst/>
          </a:prstGeom>
          <a:noFill/>
          <a:ln w="31750">
            <a:solidFill>
              <a:srgbClr val="C6D2E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566160" y="3931920"/>
            <a:ext cx="2377440" cy="658368"/>
          </a:xfrm>
          <a:prstGeom prst="roundRect">
            <a:avLst>
              <a:gd name="adj" fmla="val 9722"/>
            </a:avLst>
          </a:prstGeom>
          <a:solidFill>
            <a:srgbClr val="17223A"/>
          </a:solidFill>
          <a:ln w="15875">
            <a:solidFill>
              <a:srgbClr val="7FB0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75888" y="3931920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FB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080760" y="3429000"/>
            <a:ext cx="640080" cy="0"/>
          </a:xfrm>
          <a:prstGeom prst="line">
            <a:avLst/>
          </a:prstGeom>
          <a:noFill/>
          <a:ln w="31750">
            <a:solidFill>
              <a:srgbClr val="C6D2E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903720" y="2103120"/>
            <a:ext cx="4663440" cy="2697480"/>
          </a:xfrm>
          <a:prstGeom prst="roundRect">
            <a:avLst>
              <a:gd name="adj" fmla="val 2034"/>
            </a:avLst>
          </a:prstGeom>
          <a:solidFill>
            <a:srgbClr val="17223A"/>
          </a:solidFill>
          <a:ln w="12700">
            <a:solidFill>
              <a:srgbClr val="33415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132320" y="22402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0" y="2651760"/>
            <a:ext cx="4206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8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misroutes — wrong team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0C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escalations — should've asked a human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load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F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accuracy alone — accuracy hides the failure that actually bites.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9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SMALL TALK  ·  BSIDES NYC AI VILLAGE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47120" y="6419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9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011680"/>
            <a:ext cx="10698480" cy="3291840"/>
          </a:xfrm>
          <a:prstGeom prst="roundRect">
            <a:avLst>
              <a:gd name="adj" fmla="val 1667"/>
            </a:avLst>
          </a:prstGeom>
          <a:solidFill>
            <a:srgbClr val="17223A"/>
          </a:solidFill>
          <a:ln w="12700">
            <a:solidFill>
              <a:srgbClr val="33415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097280" y="2331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E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nst ~/no-small-talk $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278892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F2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nst.flow</a:t>
            </a:r>
            <a:endParaRPr lang="en-US" sz="18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400" dirty="0">
                <a:solidFill>
                  <a:srgbClr val="C6D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forced choice vs. a review option — all three systems, offline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F2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nst.generate --mix soc=6,cloud=6,prodsec=6,review=4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build a mix like your own queue and route it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577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C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any laptop, offline, no keys.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9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SMALL TALK  ·  BSIDES NYC AI VILLAGE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19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9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demo shows: the trap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each system only the three teams — no way to say “I can't route this.” Accuracy looks fine. Then look at the six no-context alerts: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697480"/>
            <a:ext cx="5212080" cy="2194560"/>
          </a:xfrm>
          <a:prstGeom prst="roundRect">
            <a:avLst>
              <a:gd name="adj" fmla="val 2500"/>
            </a:avLst>
          </a:prstGeom>
          <a:solidFill>
            <a:srgbClr val="17223A"/>
          </a:solidFill>
          <a:ln w="12700">
            <a:solidFill>
              <a:srgbClr val="33415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83464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8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6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977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JEV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37083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silently routed to a team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2697480"/>
            <a:ext cx="5212080" cy="2194560"/>
          </a:xfrm>
          <a:prstGeom prst="roundRect">
            <a:avLst>
              <a:gd name="adj" fmla="val 2500"/>
            </a:avLst>
          </a:prstGeom>
          <a:solidFill>
            <a:srgbClr val="17223A"/>
          </a:solidFill>
          <a:ln w="12700">
            <a:solidFill>
              <a:srgbClr val="33415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83680" y="283464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8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68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3977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437083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silently routed to a team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120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C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Misroute rate: 0%. It looked perfect — while burying every alert that had no answer.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9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SMALL TALK  ·  BSIDES NYC AI VILLAGE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247120" y="6419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9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one option, not a bigger model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explicit “review” option and re-run. Nothing else changes.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2926080" y="1965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FE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JEV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355080" y="1965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FB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77440"/>
          <a:ext cx="91440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645920"/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2F6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forced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2F6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 review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2F6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forced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2F6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 review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2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Accuracy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808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80%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5FE0A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93%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808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87%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5FE0A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100%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2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Missed escalations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808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 / 6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5FE0A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 / 6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808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 / 6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5FE0A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/ 6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40080" y="5074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C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 option lifts every learned system — and the clear alerts pay nothing.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9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SMALL TALK  ·  BSIDES NYC AI VILLAGE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419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9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winner — a trade-off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disagree on exactly the ambiguous alerts: JEV is just confident enough to route them to SOC (~0.62); Gemini escalates them to review. Calibrated probability vs. a self-estimate.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5212080" cy="2468880"/>
          </a:xfrm>
          <a:prstGeom prst="roundRect">
            <a:avLst>
              <a:gd name="adj" fmla="val 2222"/>
            </a:avLst>
          </a:prstGeom>
          <a:solidFill>
            <a:srgbClr val="17223A"/>
          </a:solidFill>
          <a:ln w="12700">
            <a:solidFill>
              <a:srgbClr val="33415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65176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5FE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~14×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7033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JEV ~0.2s  vs  Gemini ~2.9s / alert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2468880"/>
            <a:ext cx="5212080" cy="2468880"/>
          </a:xfrm>
          <a:prstGeom prst="roundRect">
            <a:avLst>
              <a:gd name="adj" fmla="val 2222"/>
            </a:avLst>
          </a:prstGeom>
          <a:solidFill>
            <a:srgbClr val="17223A"/>
          </a:solidFill>
          <a:ln w="12700">
            <a:solidFill>
              <a:srgbClr val="33415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83680" y="265176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5FE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~9×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37033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416052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approx. per alert — verify pricing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120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0C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near-perfect accuracy; opposite profiles. At real queue volume, speed and cost decide it.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9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SMALL TALK  ·  BSIDES NYC AI VILLAGE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247120" y="6419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9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 to practice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mix that looks like your queue, route it, and see where the models break — all offline.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881360" cy="2377440"/>
          </a:xfrm>
          <a:prstGeom prst="roundRect">
            <a:avLst>
              <a:gd name="adj" fmla="val 2308"/>
            </a:avLst>
          </a:prstGeom>
          <a:solidFill>
            <a:srgbClr val="17223A"/>
          </a:solidFill>
          <a:ln w="12700">
            <a:solidFill>
              <a:srgbClr val="33415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33172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F2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nst.generate --mix soc=6,cloud=6,prodsec=6,review=4 --seed 7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F2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nst.run --alerts data/mine.json --condition abstain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2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nst.metrics --raw results/mine.json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663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F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mix, change the seed, change the teams. Bring your own alerts (data/SCHEMA.md).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9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SMALL TALK  ·  BSIDES NYC AI VILLAGE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19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9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home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FE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5544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dangerous failures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93852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misroutes and missed escalations, not just accuracy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68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FE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4688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 the option set first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85292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“the model is wrong” is really “the options were wrong”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383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FE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3832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paradigm to the job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76732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bounded decision wants a decision model; keep the LLM for open-ended work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97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FE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2976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an explicit human lane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468172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let confidence on the wrong question replace escalation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3949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it — runs offline, MIT, bring your own alerts.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8064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E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github.com/&lt;your-handle&gt;/no-small-talk   ·   thank you — questions?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9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SMALL TALK  ·  BSIDES NYC AI VILLAGE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247120" y="6419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9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Small Talk</dc:title>
  <dc:subject>PptxGenJS Presentation</dc:subject>
  <dc:creator>Sanjana Mishra</dc:creator>
  <cp:lastModifiedBy>Sanjana Mishra</cp:lastModifiedBy>
  <cp:revision>1</cp:revision>
  <dcterms:created xsi:type="dcterms:W3CDTF">2026-10-16T11:12:49Z</dcterms:created>
  <dcterms:modified xsi:type="dcterms:W3CDTF">2026-10-16T11:12:49Z</dcterms:modified>
</cp:coreProperties>
</file>